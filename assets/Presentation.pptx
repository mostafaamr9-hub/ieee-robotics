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7" r:id="rId2"/>
    <p:sldId id="348" r:id="rId3"/>
    <p:sldId id="306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9" r:id="rId18"/>
    <p:sldId id="341" r:id="rId19"/>
    <p:sldId id="342" r:id="rId20"/>
    <p:sldId id="343" r:id="rId21"/>
    <p:sldId id="344" r:id="rId22"/>
    <p:sldId id="345" r:id="rId23"/>
    <p:sldId id="337" r:id="rId24"/>
    <p:sldId id="338" r:id="rId25"/>
    <p:sldId id="336" r:id="rId26"/>
    <p:sldId id="256" r:id="rId27"/>
    <p:sldId id="257" r:id="rId28"/>
    <p:sldId id="261" r:id="rId29"/>
    <p:sldId id="260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  <p:sldId id="274" r:id="rId43"/>
    <p:sldId id="275" r:id="rId44"/>
    <p:sldId id="277" r:id="rId45"/>
    <p:sldId id="281" r:id="rId46"/>
    <p:sldId id="282" r:id="rId47"/>
    <p:sldId id="283" r:id="rId48"/>
    <p:sldId id="284" r:id="rId49"/>
    <p:sldId id="285" r:id="rId50"/>
    <p:sldId id="286" r:id="rId51"/>
    <p:sldId id="321" r:id="rId52"/>
    <p:sldId id="288" r:id="rId53"/>
    <p:sldId id="278" r:id="rId54"/>
    <p:sldId id="289" r:id="rId55"/>
    <p:sldId id="290" r:id="rId56"/>
    <p:sldId id="291" r:id="rId57"/>
    <p:sldId id="292" r:id="rId58"/>
    <p:sldId id="293" r:id="rId59"/>
    <p:sldId id="294" r:id="rId60"/>
    <p:sldId id="295" r:id="rId61"/>
    <p:sldId id="296" r:id="rId62"/>
    <p:sldId id="297" r:id="rId63"/>
    <p:sldId id="299" r:id="rId64"/>
    <p:sldId id="300" r:id="rId65"/>
    <p:sldId id="301" r:id="rId66"/>
    <p:sldId id="302" r:id="rId67"/>
    <p:sldId id="303" r:id="rId68"/>
    <p:sldId id="304" r:id="rId69"/>
    <p:sldId id="298" r:id="rId70"/>
    <p:sldId id="322" r:id="rId71"/>
    <p:sldId id="305" r:id="rId72"/>
    <p:sldId id="312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0A17AD-24A6-42AB-BABF-9DBFBF4A7009}" v="233" dt="2026-10-23T07:31:45.229"/>
    <p1510:client id="{4B2E1075-B84E-4587-A71E-63D93EF6651A}" v="210" dt="2026-10-23T08:40:32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C11F4-0883-336A-9551-41AFDD56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74E9AB-FDC8-9CD0-2B8A-C03ED1941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" r="-1" b="-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20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0E2093-8753-04B3-8DD4-7A89AD289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29" b="1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955449-EC57-A9B1-849B-4BA8E477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12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8E96-3D11-BED5-7422-968FBF3D0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A512FF-2245-A1A6-5CB6-E6D91E39E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20210E-C5BB-546C-8BFD-4AC9752FE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83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23274-D4DA-85BB-849F-C58D8D5A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ED7244-A6D7-A766-DF53-22641922F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" r="182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504E2C-D3D9-448E-C791-199873952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578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05692-CB1D-CDD5-3BC7-C175DB84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C29740-59FD-9F3F-2EE9-2F281FFBF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C4FC94-F8BA-A00C-5102-DF4E3D015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83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9288D-3081-3CC9-4A03-322EC311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030E5C-D56B-185B-8D59-2FEC833F5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1E912D-02D9-BAB9-4F77-C253713CC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08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D652-1EB7-F534-980F-6A20B73E9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7B1C19-FF32-340D-9890-1BE55522A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2D1252-FC33-675D-E55E-0183E9082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5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9EDAB-7535-0C4F-5D9D-E61D83806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C8F343-C2B9-0CC1-F7AB-156BE99F4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2FBFA7-5684-328B-14FD-75A9A9B15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1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188E3-5323-CD11-A7C3-5D1C788E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A085D2-880A-139A-1E8E-3DB94E7EC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057C13-26FE-26D3-C0A9-1150024B8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46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445B4-A7B4-32C4-F44F-1D0F59F53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280AD5-1EC9-F3D1-028C-8C285B41C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441642-6AF2-BBF8-63F4-CFDF053F8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83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47D22-9751-4D8A-DF60-C0A033994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9BA551-DE32-02AF-E6DB-F3C2E27CA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A596D8-2B3C-7C50-787D-72B54C512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53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95A06-7386-C534-8A42-F9A17F45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BE5D90-0C41-3BCA-CD03-EFE3310F0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164854-C829-C87A-9193-7B10521B5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725" y="985577"/>
            <a:ext cx="3781425" cy="5534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D83704-EB31-31AE-1A9B-9B95ABA34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47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5D87-38D4-14CC-9B47-E869EC5AD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55B6D9-3E34-5CF3-8277-B7FB58806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366" y="0"/>
            <a:ext cx="1004526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F6B4BE-D1C8-6EDC-154E-3EE9C773C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57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62AC7-EBB0-C19D-6641-695C6784C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AFF45C-21BC-95F4-684C-784052EC3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921BF7-9981-4309-0F05-B552D46BE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527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238F5-0E7A-55DC-70CF-484D6F391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85EA70-18F4-D48F-FF9C-C840EC0EA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821036-B112-D499-DAA9-CFDB4FCAD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05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FDE39-6737-4493-5FAB-7AD6D34D6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6F481B-189C-4B28-B454-2B05B00DF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" y="0"/>
            <a:ext cx="12157364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2C8A18-2772-2739-8C87-E978A285C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086" y="404617"/>
            <a:ext cx="4381500" cy="4629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DA079A-AD91-CE22-BC6A-3B6045532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35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BBE5C-576F-CDF8-3BB1-6C86E55B1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CABB20-3100-12BE-89F2-5A2166E5E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3425"/>
            <a:ext cx="9753600" cy="5391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9D539B-AF44-C3DC-CBD2-BD7F3EE63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71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C1A9E-936D-3832-8191-78D072B79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212F77-B3DD-2513-C361-49CCE69B1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3425"/>
            <a:ext cx="9753600" cy="5391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600A6B-F058-DF6E-0257-5E7417E1E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2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1C1A-E578-9404-1AF0-98A7DF1E7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EAE6AB-46B6-1722-3560-2AEA744E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3425"/>
            <a:ext cx="9753600" cy="5391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0C6BB7-2685-53CF-DC1F-19A162B9C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28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B548A-5395-CCE1-D0DC-10DD0F853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AD7A0-A011-2593-465F-6296F9E58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3425"/>
            <a:ext cx="9753600" cy="53911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C5A721-AFE3-C44B-6B5E-190C042FE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43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28FC0-72D0-D3FD-E3C9-6DCDD675F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E90322-3061-EBDD-D967-57B572DB21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467"/>
          <a:stretch>
            <a:fillRect/>
          </a:stretch>
        </p:blipFill>
        <p:spPr>
          <a:xfrm>
            <a:off x="2319805" y="10"/>
            <a:ext cx="9547224" cy="6857990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901E57-4715-631D-94E6-F977139A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74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43FBE-7FFD-6FFB-A7D1-99E59F36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6247BB-923E-56F0-42CD-1FBC127B4C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60" r="1" b="1"/>
          <a:stretch>
            <a:fillRect/>
          </a:stretch>
        </p:blipFill>
        <p:spPr>
          <a:xfrm>
            <a:off x="2" y="10"/>
            <a:ext cx="1218765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CF1AAF-6C02-A6C4-6635-44DDE1393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98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80116-ED8C-BEBA-C704-4C8FB6CF2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8830D1-5B9E-CA3B-FC06-4D41E0B2F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56" y="457200"/>
            <a:ext cx="10905688" cy="594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5071A4-26C7-7A4B-C14A-66A97BDFB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210237" cy="63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20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B6CC6-70C8-F15C-DA2B-AACA7FE8E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A4D784-5F85-74C7-A6FD-4F31BDCB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931" y="643467"/>
            <a:ext cx="10222137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32761E-1177-DE20-C989-26910A22B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49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2D8C7-8EC8-35FB-4CF3-6C72F308E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8AE378-5A3E-032C-235F-B0E9371D6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" y="0"/>
            <a:ext cx="1217255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6D5500-9CB0-EEB9-8D7B-CF4180306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27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ACE84-8669-DAD3-5E16-D84680176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BA52DA8-3F10-0C31-61A3-B514A6FAD483}"/>
              </a:ext>
            </a:extLst>
          </p:cNvPr>
          <p:cNvSpPr>
            <a:spLocks noGrp="1"/>
          </p:cNvSpPr>
          <p:nvPr/>
        </p:nvSpPr>
        <p:spPr>
          <a:xfrm>
            <a:off x="-1388301" y="-1101006"/>
            <a:ext cx="12056301" cy="7596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7CB2B2-3B4C-7219-030C-4EBAF639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112F5-DD66-E6CD-B71C-985DAD89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8A666B-520F-4238-CA84-6E30522EC3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E51F4C4-FF05-3913-5BCC-B6867DB36536}"/>
              </a:ext>
            </a:extLst>
          </p:cNvPr>
          <p:cNvSpPr>
            <a:spLocks noGrp="1"/>
          </p:cNvSpPr>
          <p:nvPr/>
        </p:nvSpPr>
        <p:spPr>
          <a:xfrm>
            <a:off x="-1388301" y="-1101006"/>
            <a:ext cx="12056301" cy="7596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25E3E-7480-17B3-F5DD-B527EAC49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574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B205D5-97BB-1D0D-13B7-E4CC0306E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645117-6A89-FB6A-881F-6A08C92D6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03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1CFE62-1EFD-CA09-EFEF-F3DDB7557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7A8A80-F158-B92F-957F-C4DA7BE8E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65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B2726F-ADCE-26C0-D567-EA76B4516B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8EF649-3211-A1A3-AA2B-29C0201B3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51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018A56-D36D-7FCA-4E37-C19A2CDB34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FD5F2E-CA35-6C4D-73C1-A2CA7CFBF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36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54913-BA52-49D0-8FF3-4AD6844FB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4FD770-52BD-E7C4-0BE4-7C694E9E9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08486E-7006-A03A-A7D4-1DFFF7336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615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1BCCA-AA29-4156-E87E-6AA2C4BE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1628D1-4AD7-F51A-7900-163722261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2" b="350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5816B3-07BF-7752-9A84-6FAD59F2D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55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87139-3A78-D286-7237-3F897100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A8F6C2-A12F-DF7B-8254-C935CAEB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3B1639-9C2C-4E6B-F01C-0F17B0E25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315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E1B54E-F52F-6AD9-99E2-F77339E0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3ACBC7-E7B7-1625-D9C2-6BA048A39E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58E5F7-9180-0B39-21D3-7FB290F52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80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65497-ABA1-5385-FEE2-FD594C189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D6732C-5439-AF9A-CEAB-3DFC5820CA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A2B9A7-4682-DA31-3707-C4F66BFCB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208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CDD32-CF4E-EB44-2779-93204DF9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8FD4CC-610D-B21A-E4B7-3DBD241FE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0A6DBC-0E27-2F22-1F44-494F088BD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86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563140-0AED-2B80-F911-105356F7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739E7A-CE3A-D21B-9296-A11C8DDD8B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083376-B66D-B248-3401-18EC4E4E8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07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881E6-3386-90EF-84A4-436F56A47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E9FC6E-056C-5D2A-6160-C2122CBA3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27" y="457200"/>
            <a:ext cx="10806546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9836EC-44EA-542C-5F23-7DF147D6C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638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744C6-C908-1F5C-7AD5-EF88E046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CEC153-C7CE-633D-7692-CB7974A67B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60FE37-C325-F4CC-16EA-A493E2A3D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3419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F8D46-DC7D-A10E-1469-25811863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4DC830-0DD4-C4AE-3FF4-DDCAAB4EBA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4432F1-7B55-5C6F-A3B7-59EAC1279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930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83FDC-E4C4-E068-B505-23E6FF54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ACC379-C3AD-BDDC-50CC-584B06A546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8206A8-6E23-E6DD-E3F1-CD7F9878F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788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74E5B-33F4-062E-3F38-39A9148F1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17815C-6943-6A43-4386-0AD18AA20E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4B1A97-4B20-2C55-1742-66F2FCF36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969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44527-9F96-2B27-BFDE-ABEC994E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21F773-1CD6-3DE4-8732-B5B5A878D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44D9CD-5518-1195-44F6-27376BE91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184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1343A-7BFA-FB80-5C91-E2263175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0C09D8-42EB-C71F-E958-F1DB11BE19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64" r="590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04EC66-2864-4E48-4FD3-73D8FA4DB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689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E8372-B26E-E195-84E7-E965F873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554F3A-3637-4101-1B23-82526D1999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0" r="1" b="1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B4FFE-5A0A-33D8-E011-1B2C15511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800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2C4D1-EB9C-5CA3-C85E-F398F5748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42B69E-A502-FFA6-5691-F9730A3F9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52677"/>
            <a:ext cx="10905066" cy="5152644"/>
          </a:xfrm>
          <a:prstGeom prst="rect">
            <a:avLst/>
          </a:prstGeom>
          <a:ln>
            <a:noFill/>
          </a:ln>
        </p:spPr>
      </p:pic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1BB30-1A11-98BC-FFCB-F8D37D70D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029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3226-8366-187E-6D4B-D21F4121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7E2AF8-ABC6-5228-045E-C1F5BD323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680" y="643466"/>
            <a:ext cx="5455496" cy="556683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BC327F5-62FE-38A1-2251-C30AC5EC5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711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42546-3349-609F-628B-045C0C3D4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7A96CD-908D-768E-E283-F611FB60B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353" y="643466"/>
            <a:ext cx="5010150" cy="556683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D970EC7-C4BE-B1EB-2FBF-FCB0593AF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24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AAE49E-474A-866E-3500-7F7DBE6F7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15F1F4-232F-81AA-7D54-6CAB5278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659" y="643466"/>
            <a:ext cx="4105539" cy="556683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AFA105E-59DC-13E5-CF39-731E64A04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81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CDEAC-FF3A-04D3-6EAC-89619D3A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F4CA32-B0F6-1F16-F4EF-0DD1E9B1D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C1B671CD-A5D3-F85A-7411-D7770061E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0EBEDBD-CF25-B9BA-CE88-0EE78099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8A2E40A5-DCE8-2375-190D-A129596988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D2BF1D5-F9BA-D1E1-60D2-8207585C7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BCCF73D-D130-002D-5D33-61F3F8CF4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908" y="990600"/>
            <a:ext cx="4686300" cy="4876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A577BA-AFFF-E9FA-BFAE-B7287D0EC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36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009FC-129F-C22F-7A12-C79DF7DF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C35129-4F76-3092-2016-2E97C786B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98153"/>
            <a:ext cx="10905066" cy="5261692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D3BBB8-4923-5291-DA0E-B29A111E9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956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C701F-2171-F5CD-9E21-43F30172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667F8A-F646-0859-CDDD-515AAF1ACA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024" b="-2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B87DF8-928F-3B0F-3AAD-5D69BDE45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257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E7D25-8325-277A-9698-CA8FFE2B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9F5105-B7E5-954C-BA06-0FD2293848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76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1359A1-374E-C953-3B87-637F8C925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48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17772-6197-0885-F950-52011C49C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B9FA9A-5AED-ED4F-3F01-4A072AB3C8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53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3D5F14-120B-1F47-126E-3336CD5CE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236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CA55B7-FC9E-E532-0EBA-D816F0393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0041ED-1763-3F31-55CB-DA5EFC8C58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7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0CC4C5-89A4-3821-2B39-02684D7B2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176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57618-A9C0-E958-9293-7989F545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7AF966-585E-8683-4326-B45339A031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87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5BD386-52B4-AF1C-B142-4420E0B1F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377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93DCE-3989-CBD9-96FF-78620CEB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4931E6-B8D5-FED3-A013-1939C3CE57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39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DD8A56-3909-4F7C-4A4A-FAB825991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740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3393F-3D3A-7013-BF96-67FE8168D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494E8A-4C23-D821-A12A-BBB5C6877A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8" r="9760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193355-933C-F792-E114-147BB0D50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275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589F1-0761-4A9E-B5CF-294424719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20E918-E55F-F26F-ABB7-F82310151A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2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0A1CA1-FDC0-EB10-A6B6-F65D76C63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08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5301B-76BB-DFC8-CDA6-5FF03083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8E3AB9-B77F-C8F3-793C-291613D055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28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BEC326-3D3E-E974-EF01-2371875EA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002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6864D-EEA4-BF4C-F664-D6DF33FDC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951BFB-27A1-65B1-BC45-5D49AC7A1D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4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1EE6ED-F057-DAED-63B4-63FCA568E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4637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79DD3D-A6EA-34E8-21BC-882C5773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B09E93-42B4-21C0-6EE1-E6E034625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148" y="643467"/>
            <a:ext cx="8913704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B9A21-9240-ECCA-1623-529762B35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404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78A5B-CF25-74FB-A67F-16BA58054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8384F9-53B9-3008-74F5-6F8033E6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405" y="643467"/>
            <a:ext cx="798719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EAB541-D885-0A59-BDB2-3B0A73E19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1590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CE698-8BCA-8706-ACB8-96889A358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A128C0-E596-9FD0-4C5F-CB59690E5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530" y="643467"/>
            <a:ext cx="813294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7FCE1-3F94-A554-DEBB-0B113913F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222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A3139-6FB7-7012-9A8F-1CA6B906D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0861CF-73CE-21C3-AE87-4EE50A654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852" y="643467"/>
            <a:ext cx="7874296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A792A-B2F7-7611-11BB-30FC97328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327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1625A-5718-B879-DE61-5EFFC7B7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479CA1-93FB-527A-DCB9-52FCE04233C1}"/>
              </a:ext>
            </a:extLst>
          </p:cNvPr>
          <p:cNvSpPr txBox="1"/>
          <p:nvPr/>
        </p:nvSpPr>
        <p:spPr>
          <a:xfrm>
            <a:off x="699814" y="1714165"/>
            <a:ext cx="1112865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0000"/>
                </a:solidFill>
              </a:rPr>
              <a:t>#define LED_PIN 8</a:t>
            </a:r>
          </a:p>
          <a:p>
            <a:r>
              <a:rPr lang="en-US" b="1">
                <a:solidFill>
                  <a:srgbClr val="000000"/>
                </a:solidFill>
              </a:rPr>
              <a:t>#define BUTTON_PIN 7</a:t>
            </a:r>
          </a:p>
          <a:p>
            <a:endParaRPr lang="en-US" b="1">
              <a:solidFill>
                <a:srgbClr val="000000"/>
              </a:solidFill>
            </a:endParaRPr>
          </a:p>
          <a:p>
            <a:r>
              <a:rPr lang="en-US" b="1">
                <a:solidFill>
                  <a:srgbClr val="000000"/>
                </a:solidFill>
              </a:rPr>
              <a:t>void setup() {</a:t>
            </a:r>
          </a:p>
          <a:p>
            <a:r>
              <a:rPr lang="en-US" b="1" dirty="0">
                <a:solidFill>
                  <a:srgbClr val="000000"/>
                </a:solidFill>
              </a:rPr>
              <a:t>  </a:t>
            </a:r>
            <a:r>
              <a:rPr lang="en-US" b="1" dirty="0" err="1">
                <a:solidFill>
                  <a:srgbClr val="000000"/>
                </a:solidFill>
              </a:rPr>
              <a:t>pinMode</a:t>
            </a:r>
            <a:r>
              <a:rPr lang="en-US" b="1" dirty="0">
                <a:solidFill>
                  <a:srgbClr val="000000"/>
                </a:solidFill>
              </a:rPr>
              <a:t>(LED_PIN, OUTPUT);</a:t>
            </a:r>
          </a:p>
          <a:p>
            <a:r>
              <a:rPr lang="en-US" b="1" dirty="0">
                <a:solidFill>
                  <a:srgbClr val="000000"/>
                </a:solidFill>
              </a:rPr>
              <a:t>  </a:t>
            </a:r>
            <a:r>
              <a:rPr lang="en-US" b="1" dirty="0" err="1">
                <a:solidFill>
                  <a:srgbClr val="000000"/>
                </a:solidFill>
              </a:rPr>
              <a:t>pinMode</a:t>
            </a:r>
            <a:r>
              <a:rPr lang="en-US" b="1" dirty="0">
                <a:solidFill>
                  <a:srgbClr val="000000"/>
                </a:solidFill>
              </a:rPr>
              <a:t>(BUTTON_PIN, INPUT);</a:t>
            </a:r>
          </a:p>
          <a:p>
            <a:r>
              <a:rPr lang="en-US" b="1">
                <a:solidFill>
                  <a:srgbClr val="000000"/>
                </a:solidFill>
              </a:rPr>
              <a:t>}</a:t>
            </a:r>
          </a:p>
          <a:p>
            <a:endParaRPr lang="en-US" b="1">
              <a:solidFill>
                <a:srgbClr val="000000"/>
              </a:solidFill>
            </a:endParaRPr>
          </a:p>
          <a:p>
            <a:r>
              <a:rPr lang="en-US" b="1">
                <a:solidFill>
                  <a:srgbClr val="000000"/>
                </a:solidFill>
              </a:rPr>
              <a:t>void loop() {</a:t>
            </a:r>
          </a:p>
          <a:p>
            <a:r>
              <a:rPr lang="en-US" b="1" dirty="0">
                <a:solidFill>
                  <a:srgbClr val="000000"/>
                </a:solidFill>
              </a:rPr>
              <a:t>  if (</a:t>
            </a:r>
            <a:r>
              <a:rPr lang="en-US" b="1" dirty="0" err="1">
                <a:solidFill>
                  <a:srgbClr val="000000"/>
                </a:solidFill>
              </a:rPr>
              <a:t>digitalRead</a:t>
            </a:r>
            <a:r>
              <a:rPr lang="en-US" b="1" dirty="0">
                <a:solidFill>
                  <a:srgbClr val="000000"/>
                </a:solidFill>
              </a:rPr>
              <a:t>(BUTTON_PIN) == HIGH) {</a:t>
            </a:r>
          </a:p>
          <a:p>
            <a:r>
              <a:rPr lang="en-US" b="1" dirty="0">
                <a:solidFill>
                  <a:srgbClr val="000000"/>
                </a:solidFill>
              </a:rPr>
              <a:t>    </a:t>
            </a:r>
            <a:r>
              <a:rPr lang="en-US" b="1" dirty="0" err="1">
                <a:solidFill>
                  <a:srgbClr val="000000"/>
                </a:solidFill>
              </a:rPr>
              <a:t>digitalWrite</a:t>
            </a:r>
            <a:r>
              <a:rPr lang="en-US" b="1" dirty="0">
                <a:solidFill>
                  <a:srgbClr val="000000"/>
                </a:solidFill>
              </a:rPr>
              <a:t>(LED_PIN, HIGH);</a:t>
            </a:r>
          </a:p>
          <a:p>
            <a:r>
              <a:rPr lang="en-US" b="1">
                <a:solidFill>
                  <a:srgbClr val="000000"/>
                </a:solidFill>
              </a:rPr>
              <a:t>  }</a:t>
            </a:r>
          </a:p>
          <a:p>
            <a:r>
              <a:rPr lang="en-US" b="1">
                <a:solidFill>
                  <a:srgbClr val="000000"/>
                </a:solidFill>
              </a:rPr>
              <a:t>  else {</a:t>
            </a:r>
          </a:p>
          <a:p>
            <a:r>
              <a:rPr lang="en-US" b="1" dirty="0">
                <a:solidFill>
                  <a:srgbClr val="000000"/>
                </a:solidFill>
              </a:rPr>
              <a:t>    </a:t>
            </a:r>
            <a:r>
              <a:rPr lang="en-US" b="1" dirty="0" err="1">
                <a:solidFill>
                  <a:srgbClr val="000000"/>
                </a:solidFill>
              </a:rPr>
              <a:t>digitalWrite</a:t>
            </a:r>
            <a:r>
              <a:rPr lang="en-US" b="1" dirty="0">
                <a:solidFill>
                  <a:srgbClr val="000000"/>
                </a:solidFill>
              </a:rPr>
              <a:t>(LED_PIN, LOW);</a:t>
            </a:r>
          </a:p>
          <a:p>
            <a:r>
              <a:rPr lang="en-US" b="1">
                <a:solidFill>
                  <a:srgbClr val="000000"/>
                </a:solidFill>
              </a:rPr>
              <a:t>  }</a:t>
            </a:r>
          </a:p>
          <a:p>
            <a:pPr algn="l"/>
            <a:r>
              <a:rPr lang="en-US" b="1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C288E1-2AFA-18A7-4819-A7A04AEC90DF}"/>
              </a:ext>
            </a:extLst>
          </p:cNvPr>
          <p:cNvSpPr txBox="1"/>
          <p:nvPr/>
        </p:nvSpPr>
        <p:spPr>
          <a:xfrm>
            <a:off x="2881780" y="268863"/>
            <a:ext cx="594168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u="sng">
                <a:solidFill>
                  <a:srgbClr val="0070C0"/>
                </a:solidFill>
              </a:rPr>
              <a:t>Copy and paste this code in the Arduino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461F0-8B88-C9DD-189D-21DBBB18E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285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2BFF1-89C3-E278-063F-879A426E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6E65BC-2FA4-49C9-423B-7A5E6DA73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513" y="643467"/>
            <a:ext cx="6534973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931EB4-248B-197B-A82B-007305B1C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706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C2DBB-6303-BEB5-FFCC-DF1495EB9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C8FD2-00D3-2292-8BFB-DF441DADA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29" y="643466"/>
            <a:ext cx="6117399" cy="556683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C3F955A-391D-87E9-8B1E-B569DDB78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239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9701B-1598-2BD8-4695-5089F0C2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CF01A2-1F63-1E2F-D24B-5889AF516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0C3ED7AC-8309-AC44-F3A8-84594A0F0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8E1B8A1-4C1D-C843-F7A8-F0CF9B309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3D79CDE-300F-BCD0-DB39-CD5DDF792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965AB62-D03D-A889-AB07-4D042AB22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24E8B43-D6D8-46D3-42C3-62D40AC231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99" b="205"/>
          <a:stretch>
            <a:fillRect/>
          </a:stretch>
        </p:blipFill>
        <p:spPr>
          <a:xfrm>
            <a:off x="1024218" y="695325"/>
            <a:ext cx="5650010" cy="54561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D1A2E5-3A2F-369B-CC39-840663306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743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FA24E-BB46-372C-D438-2CFC36B4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AE90B2-A79F-D9A2-F018-1612BABB6E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06" b="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sp>
        <p:nvSpPr>
          <p:cNvPr id="4" name="Arrow: Curved Left 3">
            <a:extLst>
              <a:ext uri="{FF2B5EF4-FFF2-40B4-BE49-F238E27FC236}">
                <a16:creationId xmlns:a16="http://schemas.microsoft.com/office/drawing/2014/main" id="{D246F520-0996-D806-E465-94F01F81A8D8}"/>
              </a:ext>
            </a:extLst>
          </p:cNvPr>
          <p:cNvSpPr/>
          <p:nvPr/>
        </p:nvSpPr>
        <p:spPr>
          <a:xfrm>
            <a:off x="6647869" y="1711924"/>
            <a:ext cx="373215" cy="500470"/>
          </a:xfrm>
          <a:prstGeom prst="curvedLeftArrow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C8F306-9A6E-9A91-FB14-63EA05CC4037}"/>
              </a:ext>
            </a:extLst>
          </p:cNvPr>
          <p:cNvSpPr txBox="1"/>
          <p:nvPr/>
        </p:nvSpPr>
        <p:spPr>
          <a:xfrm>
            <a:off x="5716933" y="1505721"/>
            <a:ext cx="9330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Push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946956-E691-6F53-7A45-FDE0028F9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1"/>
            <a:ext cx="1613648" cy="84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643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C3965-EE05-ADBF-8659-9DB6A7850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26A9B-0738-1627-2C9E-E97568A509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" r="-1" b="-1"/>
          <a:stretch>
            <a:fillRect/>
          </a:stretch>
        </p:blipFill>
        <p:spPr>
          <a:xfrm>
            <a:off x="150893" y="182996"/>
            <a:ext cx="11856596" cy="648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27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294</cp:revision>
  <dcterms:created xsi:type="dcterms:W3CDTF">2026-10-23T06:22:19Z</dcterms:created>
  <dcterms:modified xsi:type="dcterms:W3CDTF">2026-10-23T08:41:35Z</dcterms:modified>
</cp:coreProperties>
</file>